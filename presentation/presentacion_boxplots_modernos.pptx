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3A5F"/>
                </a:solidFill>
                <a:latin typeface="Calibri"/>
              </a:rPr>
              <a:t>Cinco variaciones modernas del diagrama de caja y bigotes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alibri"/>
              </a:rPr>
              <a:t>Rendimiento agricola municipal - EVA 2019-2025 (UPRA)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B03A2B"/>
                </a:solidFill>
                <a:latin typeface="Calibri"/>
              </a:rPr>
              <a:t>Que revela cada grafico que el boxplot esconde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33333"/>
                </a:solidFill>
                <a:latin typeface="Calibri"/>
              </a:rPr>
              <a:t>Que tan desigual es el rendimiento de un mismo cultivo entre municipios?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B03A2B"/>
                </a:solidFill>
                <a:latin typeface="Calibri"/>
              </a:rPr>
              <a:t>Y, sobre todo: que muestra cada grafico que el boxplot esconde?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Calibri"/>
              </a:rPr>
              <a:t>El boxplot clasico resume una distribucion en cinco numeros. En datos de rendimiento agricola, apretados, con colas y con pilas muy marcadas, esos cinco numeros no cuentan toda la historia.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El dato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EVA 2019-2025, Base Agricola (UPRA). Fuente abierta: datos.gov.co/d/uejq-wxrr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- 166 732 registros, 32 departamentos, 1 103 municipios, 165 cultivos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Unidad de analisis: municipio x desagregacion de cultivo x periodo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Cero datos simulados: todo sale del archivo descargado por la API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Filtro transversal: se descartan los registros con rendimiento = 0 (sin cosecha)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El boxplot y sus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Cinco numeros: minimo, cuartil 1, mediana, cuartil 3, maximo (mas la regla de atipicos)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No muestra la forma de la distribucion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No muestra si hay dos grupos (multimodalidad)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No muestra cuantos datos hay en cada franja (densidad)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- No muestra la media, ni si esta cae por encima o por debajo de la mediana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HALLAZGO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Las cinco variaciones y que corrige cada 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Half-Eye  </a:t>
            </a:r>
            <a:r>
              <a:rPr sz="1800">
                <a:solidFill>
                  <a:srgbClr val="333333"/>
                </a:solidFill>
                <a:latin typeface="Calibri"/>
              </a:rPr>
              <a:t>- agrega la densidad y la forma; revela donde se apila cada grupo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Ridge  </a:t>
            </a:r>
            <a:r>
              <a:rPr sz="1800">
                <a:solidFill>
                  <a:srgbClr val="333333"/>
                </a:solidFill>
                <a:latin typeface="Calibri"/>
              </a:rPr>
              <a:t>- compara muchas distribuciones a la vez sobre un eje comun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Sinaplot  </a:t>
            </a:r>
            <a:r>
              <a:rPr sz="1800">
                <a:solidFill>
                  <a:srgbClr val="333333"/>
                </a:solidFill>
                <a:latin typeface="Calibri"/>
              </a:rPr>
              <a:t>- dibuja todos los puntos con jitter proporcional a la densidad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Boxenplot  </a:t>
            </a:r>
            <a:r>
              <a:rPr sz="1800">
                <a:solidFill>
                  <a:srgbClr val="333333"/>
                </a:solidFill>
                <a:latin typeface="Calibri"/>
              </a:rPr>
              <a:t>- dibuja muchos cuantiles; muestra las colas con detalle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Composite  </a:t>
            </a:r>
            <a:r>
              <a:rPr sz="1800">
                <a:solidFill>
                  <a:srgbClr val="333333"/>
                </a:solidFill>
                <a:latin typeface="Calibri"/>
              </a:rPr>
              <a:t>- superpone caja + media + puntos en una sola vista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HALLAZGO 1 / HALF-EYE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Figura 1 - Papa por departamento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pic>
        <p:nvPicPr>
          <p:cNvPr id="5" name="Picture 4" descr="fig1_halfeye_p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64240" cy="53272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Cundinamarca y Boyaca rinden mas en mediana que Antioquia y Narino; la densidad muestra donde se apila cada uno.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HALLAZGO 2 / 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Figura 2 - Platano por anio (2019-2025)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pic>
        <p:nvPicPr>
          <p:cNvPr id="5" name="Picture 4" descr="fig2_ridge_plat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64240" cy="57370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La forma del rendimiento es estable en el tiempo, con mediana cerca de 7 t/ha y una cola alta moderada.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HALLAZGO 3 / SINAPLOT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Figura 3 - Cacao por departamento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pic>
        <p:nvPicPr>
          <p:cNvPr id="5" name="Picture 4" descr="fig3_sinaplot_c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64240" cy="57296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Cerca del 44 % de los registros cae en 0,50/0,60 t/ha: una pila que la caja esconde tras una mediana aparentemente tranquila.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HALLAZGO 4 / BOXENPLOT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Figura 4 - Top 5 cultivos (rendimiento relativo)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pic>
        <p:nvPicPr>
          <p:cNvPr id="5" name="Picture 4" descr="fig4_boxenplot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64240" cy="5532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Con la mediana nacional en 1, la diferencia esta en las colas: tomate y maiz las tienen pesadas (p99 4,4-4,8) y la yuca liviana (p99 2,5).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HALLAZGO 5 / COMPOSITE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Figura 5 - Cafe por departamento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pic>
        <p:nvPicPr>
          <p:cNvPr id="5" name="Picture 4" descr="fig5_composite_c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1064240" cy="49967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La media cae por debajo de la mediana en los 6 departamentos (cola baja), lo contrario de los cultivos anteriores.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HALLAZGO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Lo que el boxplot escondia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Half-Eye  </a:t>
            </a:r>
            <a:r>
              <a:rPr sz="1800">
                <a:solidFill>
                  <a:srgbClr val="333333"/>
                </a:solidFill>
                <a:latin typeface="Calibri"/>
              </a:rPr>
              <a:t>- donde se apila cada grupo y su forma real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Ridge  </a:t>
            </a:r>
            <a:r>
              <a:rPr sz="1800">
                <a:solidFill>
                  <a:srgbClr val="333333"/>
                </a:solidFill>
                <a:latin typeface="Calibri"/>
              </a:rPr>
              <a:t>- si la forma cambia de un anio a otro (aqui: no cambia)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Sinaplot  </a:t>
            </a:r>
            <a:r>
              <a:rPr sz="1800">
                <a:solidFill>
                  <a:srgbClr val="333333"/>
                </a:solidFill>
                <a:latin typeface="Calibri"/>
              </a:rPr>
              <a:t>- la pila del cacao en 0,50/0,60 t/ha (~44 % de los registros)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Boxenplot  </a:t>
            </a:r>
            <a:r>
              <a:rPr sz="1800">
                <a:solidFill>
                  <a:srgbClr val="333333"/>
                </a:solidFill>
                <a:latin typeface="Calibri"/>
              </a:rPr>
              <a:t>- colas pesadas de tomate y maiz; la caja y su regla de atipicos no las ven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B03A2B"/>
                </a:solidFill>
                <a:latin typeface="Calibri"/>
              </a:rPr>
              <a:t>Composite  </a:t>
            </a:r>
            <a:r>
              <a:rPr sz="1800">
                <a:solidFill>
                  <a:srgbClr val="333333"/>
                </a:solidFill>
                <a:latin typeface="Calibri"/>
              </a:rPr>
              <a:t>- la media por debajo de la mediana: cola baja que ningun boxplot dibuja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IMPLICACION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El metodo: reglas que no se negocian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- El grafico se deriva de la pregunta, no del gusto ni del default de la libreria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- La escala se declara (lineal o log) y no cambia entre grupos comparados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- El n de cada grupo se ve; no se adivina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- Categorias ordenadas por mediana, salvo orden natural (tiempo), que se rotula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- Todo gris y el color se gana: un elemento resaltado, uno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- El color nunca es el unico canal: posicion, orden o etiqueta lo respaldan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- El titulo dice la conclusion, y la conclusion es verdadera contra la tabla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IMPLICACION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Para que sirve 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- Leer desigualdad: comparar municipios por cultivo exige ver forma y colas, no solo la mediana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- Priorizar: donde hay cola pesada (tomate, maiz) el techo de rendimiento es la conversacion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- Decidir con honestidad: un solo grafico puede ocultar la pila (cacao) o el sesgo (cafe)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- Regla practica: si la pregunta es sobre la cola, la caja sola no alcanza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03A2B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3A5F"/>
                </a:solidFill>
                <a:latin typeface="Calibri"/>
              </a:rPr>
              <a:t>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25296"/>
            <a:ext cx="110642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200" b="0">
                <a:solidFill>
                  <a:srgbClr val="B03A2B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B03A2B"/>
                </a:solidFill>
                <a:latin typeface="Calibri"/>
              </a:rPr>
              <a:t>El grafico correcto no sale del dato ni de la libreria: sale de la pregunta.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Las cinco variaciones no son adornos: cada una tapa un agujero distinto del boxplot clasico. Y el agujero siempre se puede escribir antes de dibujar.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Cuaderno reproducible: boxplots_modernos_EVA.ipynb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Cuatro preguntas por figura: el numero cuadra, la forma cuadra, responde, y algo cambia.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Fuente: EVA 2019-2025 (UPRA) - datos.gov.co/d/uejq-wxrr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