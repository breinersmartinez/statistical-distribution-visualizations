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datos.gov.co/d/uejq-wxr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datos.gov.co/d/uejq-wxrr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datos.gov.co/d/uejq-wxrr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datos.gov.co/d/uejq-wxrr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www.datos.gov.co/d/uejq-wxrr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5156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100" b="1">
                <a:solidFill>
                  <a:srgbClr val="0B5394"/>
                </a:solidFill>
                <a:latin typeface="Aptos"/>
              </a:rPr>
              <a:t>Cinco variaciones modernas</a:t>
            </a:r>
          </a:p>
          <a:p>
            <a:pPr algn="l">
              <a:spcAft>
                <a:spcPts val="400"/>
              </a:spcAft>
            </a:pPr>
            <a:r>
              <a:rPr sz="3100" b="1">
                <a:solidFill>
                  <a:srgbClr val="0B5394"/>
                </a:solidFill>
                <a:latin typeface="Aptos"/>
              </a:rPr>
              <a:t>del diagrama de caja y bigotes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42316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02124"/>
                </a:solidFill>
                <a:latin typeface="Aptos"/>
              </a:rPr>
              <a:t>Actividad de Técnicas de Validación y Simulación · Universidad Cooperativa de Colombia, campus Cali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063240"/>
            <a:ext cx="8961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B03A2B"/>
                </a:solidFill>
                <a:latin typeface="Aptos"/>
              </a:rPr>
              <a:t>Datos reales: rendimiento agrícola municipal EVA 2019–2025 (UPRA)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46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02124"/>
                </a:solidFill>
                <a:latin typeface="Aptos"/>
              </a:rPr>
              <a:t>Pregunta conductora: ¿qué revela cada gráfico que el boxplot tradicional esconde?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Datos, método y entregables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Una misma fuente abierta; cinco preguntas y cinco visualizaciones interactivas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20440" cy="4434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DATASET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154680" cy="38679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Evaluaciones Agropecuarias Municipales – EVA. 2019–2025, Base Agrícola (UPRA).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166.732 registros; 32 departamentos; 1.103 municipios; 165 cultivos.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Cada punto representa municipio × cultivo × período.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325880"/>
            <a:ext cx="3520440" cy="4434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REPRODUCIBILIDAD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1783080"/>
            <a:ext cx="3154680" cy="38679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Cuaderno Python: proyecto_boxplots/boxplots_modernos_EVA.ipynb.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Genera cinco HTML Plotly autónomos, cinco PNG y las interpretaciones.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No se usaron datos simulados.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4152" y="1325880"/>
            <a:ext cx="3520440" cy="4434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CÓMO SE DEMUESTRA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1783080"/>
            <a:ext cx="3154680" cy="38679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En esta presentación: captura de cada gráfico interactivo.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En la entrega: abra los archivos HTML en proyecto_boxplots/figuras_interactivas/.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Los títulos fueron contrastados contra las tablas del cuaderno.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1. Half-Eye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Concepto, limitación que corrige y uso recomendado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CONCEPTO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Una densidad KDE reflejada con mediana e intervalos empíricos; hace visible dónde se concentra la distribución.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03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03A2B"/>
                </a:solidFill>
                <a:latin typeface="Aptos"/>
              </a:rPr>
              <a:t>QUÉ NO MUESTRA LA CAJA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La caja no muestra forma, acumulaciones ni huecos dentro de los cuartiles.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7575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5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ÚSELO CUANDO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Variable continua y pocas o varias categorías con suficientes observaciones por grupo. Es útil si importa comparar forma, centro y colas.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Aptos"/>
              </a:rPr>
              <a:t>Corte: papa con rendimiento &gt; 0 en cinco departamentos; N = 4.622.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Half-Eye · papa por departamento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Captura de la visualización Plotly generada con datos reales EVA</a:t>
            </a:r>
          </a:p>
        </p:txBody>
      </p:sp>
      <p:pic>
        <p:nvPicPr>
          <p:cNvPr id="4" name="Picture 3" descr="fig1_halfeye_p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455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59552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Aptos"/>
              </a:rPr>
              <a:t>Cundinamarca (20,0 t/ha) y Boyacá superan a Antioquia (14,0) y Nariño en mediana. Los cinco departamentos presentan dispersión amplia; el intervalo central del 95 % mide entre 22,0 y 37,0 t/ha.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27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Demostración: fig1_halfeye_papa.html · hover por municipio, período y rendimiento.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3"/>
              </a:rPr>
              <a:t>https://www.datos.gov.co/d/uejq-wxrr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2. Ridge Plot (gráfico de crestas)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Concepto, limitación que corrige y uso recomendado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CONCEPTO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Apila una densidad por grupo en un eje x común para comparar formas sin que una distribución tape a otra.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03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03A2B"/>
                </a:solidFill>
                <a:latin typeface="Aptos"/>
              </a:rPr>
              <a:t>QUÉ NO MUESTRA LA CAJA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El boxplot dificulta ver si la forma cambia entre muchos grupos ordenados, como una serie temporal.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7575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5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ÚSELO CUANDO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Muchas categorías ordenadas —años, tratamientos o sitios— con N suficiente en cada una. No conviene cuando hay pocas categorías.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Aptos"/>
              </a:rPr>
              <a:t>Corte: plátano con rendimiento &gt; 0 por año, 2019–2025; N anual entre 784 y 824.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Ridge · plátano por año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Captura de la visualización Plotly generada con datos reales EVA</a:t>
            </a:r>
          </a:p>
        </p:txBody>
      </p:sp>
      <p:pic>
        <p:nvPicPr>
          <p:cNvPr id="4" name="Picture 3" descr="fig2_ridge_plat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455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59552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Aptos"/>
              </a:rPr>
              <a:t>La mediana se mantiene entre 7,0 y 7,6 t/ha y el IQR entre 4,2 y 5,0. El único movimiento visible es el leve repunte de 2025; persiste una cola alta en todos los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27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Demostración: fig2_ridge_platano.html · hover por municipio, departamento, período y rendimiento.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3"/>
              </a:rPr>
              <a:t>https://www.datos.gov.co/d/uejq-wxrr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3. Sinaplot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Concepto, limitación que corrige y uso recomendado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CONCEPTO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Ubica cada observación y ensancha su desplazamiento horizontal según la densidad local; combina puntos y forma de distribución.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03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03A2B"/>
                </a:solidFill>
                <a:latin typeface="Aptos"/>
              </a:rPr>
              <a:t>QUÉ NO MUESTRA LA CAJA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La caja resume y oculta cuántas observaciones se apilan en cada valor.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7575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5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ÚSELO CUANDO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N moderado por categoría, cuando se necesitan ver todos los datos y su densidad. Con N masivo se satura; con muy pocos puntos el jitter pierde sentido.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Aptos"/>
              </a:rPr>
              <a:t>Corte: cacao con rendimiento &gt; 0 en seis departamentos; N por grupo entre 187 y 247.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Sinaplot · cacao por departamento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Captura de la visualización Plotly generada con datos reales EVA</a:t>
            </a:r>
          </a:p>
        </p:txBody>
      </p:sp>
      <p:pic>
        <p:nvPicPr>
          <p:cNvPr id="4" name="Picture 3" descr="fig3_sinaplot_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455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59552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Aptos"/>
              </a:rPr>
              <a:t>Las medianas son cercanas (0,50–0,60 t/ha), pero las colas distinguen a los departamentos: Valle del Cauca llega a 1,50 y Cauca a 1,40, mientras Huila alcanza 0,88 t/ha.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27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Demostración: fig3_sinaplot_cacao.html · cada punto permite inspeccionar el registro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3"/>
              </a:rPr>
              <a:t>https://www.datos.gov.co/d/uejq-wxrr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4. Boxenplot (Letter-Value Plot)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Concepto, limitación que corrige y uso recomendado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CONCEPTO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Representa cuantiles anidados hasta las colas; cada banda añade detalle donde un boxplot solo muestra Q1, mediana y Q3.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03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03A2B"/>
                </a:solidFill>
                <a:latin typeface="Aptos"/>
              </a:rPr>
              <a:t>QUÉ NO MUESTRA LA CAJA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La caja tradicional pierde estructura de las colas, especialmente cuando N es grande y los cuantiles extremos se estiman con estabilidad.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7575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5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ÚSELO CUANDO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Miles de observaciones por grupo y preguntas sobre extremos o dispersión de cola. Para comparar unidades distintas, normalice primero.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Aptos"/>
              </a:rPr>
              <a:t>Corte: maíz, yuca, frijol, tomate y plátano; N total = 51.959. Rendimiento normalizado por mediana nacional.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Boxenplot · top 5 de cultivos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Captura de la visualización Plotly generada con datos reales EVA</a:t>
            </a:r>
          </a:p>
        </p:txBody>
      </p:sp>
      <p:pic>
        <p:nvPicPr>
          <p:cNvPr id="4" name="Picture 3" descr="fig4_boxenplot_top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455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59552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Aptos"/>
              </a:rPr>
              <a:t>Todas las medianas relativas valen 1, pero las colas no: tomate tiene p99 = 4,8× y maíz 4,4×; yuca presenta la cola alta más corta, p99 = 2,5×. La escala logarítmica permite comparar esas razones.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27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Demostración: fig4_boxenplot_top5.html · hover de cuantiles y muestra de registros.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3"/>
              </a:rPr>
              <a:t>https://www.datos.gov.co/d/uejq-wxrr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5. Composite Stat-Boxplot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Concepto, limitación que corrige y uso recomendado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CONCEPTO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Integra cajas letter-value, mediana, media y puntos en una sola vista para leer centro, dispersión y sesgo juntos.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03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03A2B"/>
                </a:solidFill>
                <a:latin typeface="Aptos"/>
              </a:rPr>
              <a:t>QUÉ NO MUESTRA LA CAJA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El boxplot no muestra la media ni revela de inmediato si el sesgo va hacia arriba o hacia abajo.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7575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5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ÚSELO CUANDO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Pocas o varias categorías cuando hay varias preguntas estadísticas a la vez y se necesita una lectura integrada. Evítelo si la audiencia requiere una vista muy simple.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Aptos"/>
              </a:rPr>
              <a:t>Corte: café con rendimiento &gt; 0 en seis departamentos; N = 2.562.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Composite Stat-Boxplot · café por departamento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Captura de la visualización Plotly generada con datos reales EVA</a:t>
            </a:r>
          </a:p>
        </p:txBody>
      </p:sp>
      <p:pic>
        <p:nvPicPr>
          <p:cNvPr id="4" name="Picture 3" descr="fig5_composite_c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455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59552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Aptos"/>
              </a:rPr>
              <a:t>En los seis departamentos la media queda por debajo de la mediana, señal de cola baja. Antioquia lidera por mediana (1,21 t/ha) y Boyacá queda al final (0,95); el IQR máximo es 0,44 t/ha.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27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Demostración: fig5_composite_cafe.html · hover de cuantiles, media, mediana y observaciones.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3"/>
              </a:rPr>
              <a:t>https://www.datos.gov.co/d/uejq-wxrr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Cierre: una técnica para cada pregunta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El gráfico no se elige por apariencia: se deriva de lo que se necesita comparar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20440" cy="42062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LO QUE SE CORRIGIÓ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154680" cy="3639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Forma y densidad: Half-Eye y Ridge.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Pilas de observaciones: Sinaplot.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Colas con N grande: Boxenplot.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Media, mediana y cuantiles juntos: Composite.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325880"/>
            <a:ext cx="3520440" cy="42062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REGLAS DE LECTURA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1783080"/>
            <a:ext cx="3154680" cy="3639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Título conclusivo y verdadero.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Ejes con unidad y escala declarada.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N visible por grupo.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Orden por mediana; p99 para desempates.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Fuente y datos reales visibles.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4152" y="1325880"/>
            <a:ext cx="3520440" cy="42062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ENTREGA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1783080"/>
            <a:ext cx="3154680" cy="3639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Presentación: este archivo.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Reproducible: boxplots_modernos_EVA.ipynb.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Interactivos: cinco HTML Plotly.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Capturas: cinco PNG.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Interpretaciones: interpretaciones.json.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B5394"/>
                </a:solidFill>
                <a:latin typeface="Aptos"/>
              </a:rPr>
              <a:t>El boxplot clásico resume; estas cinco variaciones devuelven forma, densidad, colas y sesgo a la decisión.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